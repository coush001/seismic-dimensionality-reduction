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1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7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5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0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3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2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7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0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4043C-AFB4-9941-B971-1BCAD7E2EDC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47135-E585-5D41-BF57-3B0704986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1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6816434" y="775260"/>
            <a:ext cx="3942609" cy="2327565"/>
            <a:chOff x="7327073" y="724393"/>
            <a:chExt cx="3942609" cy="2327565"/>
          </a:xfrm>
        </p:grpSpPr>
        <p:sp>
          <p:nvSpPr>
            <p:cNvPr id="7" name="TextBox 6"/>
            <p:cNvSpPr txBox="1"/>
            <p:nvPr/>
          </p:nvSpPr>
          <p:spPr>
            <a:xfrm>
              <a:off x="8617960" y="2497781"/>
              <a:ext cx="1525979" cy="36813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B-VAE</a:t>
              </a:r>
              <a:endParaRPr lang="en-US" dirty="0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327073" y="724393"/>
              <a:ext cx="3942609" cy="2327565"/>
              <a:chOff x="7374575" y="783769"/>
              <a:chExt cx="3942609" cy="2327565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7374575" y="783769"/>
                <a:ext cx="3942609" cy="2327565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579922" y="926275"/>
                <a:ext cx="1525979" cy="36813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 smtClean="0"/>
                  <a:t>ModelAgent</a:t>
                </a:r>
                <a:r>
                  <a:rPr lang="en-US" dirty="0" smtClean="0"/>
                  <a:t>:</a:t>
                </a:r>
                <a:endParaRPr lang="en-US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477005" y="1751610"/>
                <a:ext cx="1525979" cy="3681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 smtClean="0"/>
                  <a:t>VAE_model</a:t>
                </a:r>
                <a:endParaRPr lang="en-US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636825" y="1786249"/>
                <a:ext cx="1525979" cy="36813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UMAP</a:t>
                </a:r>
                <a:endParaRPr lang="en-US" dirty="0"/>
              </a:p>
            </p:txBody>
          </p:sp>
          <p:cxnSp>
            <p:nvCxnSpPr>
              <p:cNvPr id="11" name="Straight Arrow Connector 10"/>
              <p:cNvCxnSpPr>
                <a:stCxn id="6" idx="2"/>
              </p:cNvCxnSpPr>
              <p:nvPr/>
            </p:nvCxnSpPr>
            <p:spPr>
              <a:xfrm flipH="1">
                <a:off x="8629835" y="1294410"/>
                <a:ext cx="713077" cy="4918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stCxn id="6" idx="2"/>
              </p:cNvCxnSpPr>
              <p:nvPr/>
            </p:nvCxnSpPr>
            <p:spPr>
              <a:xfrm>
                <a:off x="9342912" y="1294410"/>
                <a:ext cx="49913" cy="12627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>
                <a:stCxn id="6" idx="2"/>
                <a:endCxn id="8" idx="0"/>
              </p:cNvCxnSpPr>
              <p:nvPr/>
            </p:nvCxnSpPr>
            <p:spPr>
              <a:xfrm>
                <a:off x="9342912" y="1294410"/>
                <a:ext cx="897083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Group 24"/>
          <p:cNvGrpSpPr/>
          <p:nvPr/>
        </p:nvGrpSpPr>
        <p:grpSpPr>
          <a:xfrm>
            <a:off x="1258784" y="1058292"/>
            <a:ext cx="1805050" cy="1674423"/>
            <a:chOff x="819397" y="724393"/>
            <a:chExt cx="1805050" cy="1674423"/>
          </a:xfrm>
        </p:grpSpPr>
        <p:sp>
          <p:nvSpPr>
            <p:cNvPr id="19" name="Rectangle 18"/>
            <p:cNvSpPr/>
            <p:nvPr/>
          </p:nvSpPr>
          <p:spPr>
            <a:xfrm>
              <a:off x="819397" y="724393"/>
              <a:ext cx="1805050" cy="16744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39091" y="1040967"/>
              <a:ext cx="1436914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Data Holder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39091" y="1742502"/>
              <a:ext cx="1436914" cy="36933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Processor</a:t>
              </a:r>
              <a:endParaRPr lang="en-US" dirty="0"/>
            </a:p>
          </p:txBody>
        </p:sp>
        <p:cxnSp>
          <p:nvCxnSpPr>
            <p:cNvPr id="23" name="Straight Arrow Connector 22"/>
            <p:cNvCxnSpPr>
              <a:endCxn id="22" idx="0"/>
            </p:cNvCxnSpPr>
            <p:nvPr/>
          </p:nvCxnSpPr>
          <p:spPr>
            <a:xfrm>
              <a:off x="1732591" y="1410299"/>
              <a:ext cx="24957" cy="3322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1179368" y="4433359"/>
            <a:ext cx="3119190" cy="1124479"/>
            <a:chOff x="1179368" y="4433359"/>
            <a:chExt cx="3119190" cy="1124479"/>
          </a:xfrm>
        </p:grpSpPr>
        <p:sp>
          <p:nvSpPr>
            <p:cNvPr id="28" name="Rectangle 27"/>
            <p:cNvSpPr/>
            <p:nvPr/>
          </p:nvSpPr>
          <p:spPr>
            <a:xfrm>
              <a:off x="1179368" y="4433359"/>
              <a:ext cx="3119190" cy="11244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908154" y="4810932"/>
              <a:ext cx="1758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Client/Interface</a:t>
              </a:r>
              <a:endParaRPr lang="en-US" dirty="0"/>
            </a:p>
          </p:txBody>
        </p:sp>
      </p:grpSp>
      <p:cxnSp>
        <p:nvCxnSpPr>
          <p:cNvPr id="32" name="Straight Arrow Connector 31"/>
          <p:cNvCxnSpPr>
            <a:stCxn id="22" idx="3"/>
          </p:cNvCxnSpPr>
          <p:nvPr/>
        </p:nvCxnSpPr>
        <p:spPr>
          <a:xfrm flipV="1">
            <a:off x="2915392" y="1888177"/>
            <a:ext cx="706582" cy="372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2" idx="3"/>
          </p:cNvCxnSpPr>
          <p:nvPr/>
        </p:nvCxnSpPr>
        <p:spPr>
          <a:xfrm flipV="1">
            <a:off x="2915392" y="2040577"/>
            <a:ext cx="858982" cy="22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2" idx="3"/>
          </p:cNvCxnSpPr>
          <p:nvPr/>
        </p:nvCxnSpPr>
        <p:spPr>
          <a:xfrm flipV="1">
            <a:off x="2915392" y="2192977"/>
            <a:ext cx="1011382" cy="68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2915392" y="2261067"/>
            <a:ext cx="1163782" cy="84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43101" y="2262452"/>
            <a:ext cx="1316181" cy="28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88958" y="1757247"/>
            <a:ext cx="1065129" cy="1990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841358" y="1909647"/>
            <a:ext cx="1065129" cy="1990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993758" y="2062047"/>
            <a:ext cx="1065129" cy="1990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146158" y="2214447"/>
            <a:ext cx="1065129" cy="1990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298558" y="2366847"/>
            <a:ext cx="1065129" cy="1990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3189205" y="1033736"/>
            <a:ext cx="2979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 data with </a:t>
            </a:r>
            <a:r>
              <a:rPr lang="en-US" smtClean="0"/>
              <a:t>different pre-processing choices:</a:t>
            </a:r>
            <a:endParaRPr lang="en-US" dirty="0"/>
          </a:p>
        </p:txBody>
      </p:sp>
      <p:cxnSp>
        <p:nvCxnSpPr>
          <p:cNvPr id="58" name="Straight Arrow Connector 57"/>
          <p:cNvCxnSpPr>
            <a:stCxn id="7" idx="2"/>
          </p:cNvCxnSpPr>
          <p:nvPr/>
        </p:nvCxnSpPr>
        <p:spPr>
          <a:xfrm flipH="1">
            <a:off x="8486775" y="2916783"/>
            <a:ext cx="383536" cy="1026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7" idx="2"/>
          </p:cNvCxnSpPr>
          <p:nvPr/>
        </p:nvCxnSpPr>
        <p:spPr>
          <a:xfrm flipH="1">
            <a:off x="8639175" y="2916783"/>
            <a:ext cx="231136" cy="117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7" idx="2"/>
          </p:cNvCxnSpPr>
          <p:nvPr/>
        </p:nvCxnSpPr>
        <p:spPr>
          <a:xfrm flipH="1">
            <a:off x="8791575" y="2916783"/>
            <a:ext cx="78736" cy="133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7" idx="2"/>
          </p:cNvCxnSpPr>
          <p:nvPr/>
        </p:nvCxnSpPr>
        <p:spPr>
          <a:xfrm>
            <a:off x="8870311" y="2916783"/>
            <a:ext cx="73664" cy="1483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140971" y="3998589"/>
            <a:ext cx="1409917" cy="221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7293371" y="4150989"/>
            <a:ext cx="1409917" cy="221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7445771" y="4303389"/>
            <a:ext cx="1409917" cy="221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7598171" y="4455789"/>
            <a:ext cx="1409917" cy="221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747889" y="3555101"/>
            <a:ext cx="3274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Models with </a:t>
            </a:r>
            <a:r>
              <a:rPr lang="en-US" smtClean="0"/>
              <a:t>different parameters:</a:t>
            </a:r>
            <a:endParaRPr lang="en-US" dirty="0"/>
          </a:p>
        </p:txBody>
      </p:sp>
      <p:cxnSp>
        <p:nvCxnSpPr>
          <p:cNvPr id="74" name="Curved Connector 73"/>
          <p:cNvCxnSpPr>
            <a:stCxn id="28" idx="0"/>
            <a:endCxn id="20" idx="1"/>
          </p:cNvCxnSpPr>
          <p:nvPr/>
        </p:nvCxnSpPr>
        <p:spPr>
          <a:xfrm rot="16200000" flipV="1">
            <a:off x="671808" y="2366203"/>
            <a:ext cx="2873827" cy="1260485"/>
          </a:xfrm>
          <a:prstGeom prst="curvedConnector4">
            <a:avLst>
              <a:gd name="adj1" fmla="val 19443"/>
              <a:gd name="adj2" fmla="val 187206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57716" y="3257550"/>
            <a:ext cx="294576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Seismic data, horizon, well position.</a:t>
            </a:r>
            <a:endParaRPr lang="en-US" sz="1400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4059728" y="2894055"/>
            <a:ext cx="0" cy="1474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4335124" y="4400550"/>
            <a:ext cx="2608676" cy="335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ight Arrow 86"/>
          <p:cNvSpPr/>
          <p:nvPr/>
        </p:nvSpPr>
        <p:spPr>
          <a:xfrm rot="560117">
            <a:off x="4264883" y="53261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87"/>
          <p:cNvSpPr/>
          <p:nvPr/>
        </p:nvSpPr>
        <p:spPr>
          <a:xfrm>
            <a:off x="5743575" y="5557838"/>
            <a:ext cx="133510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/>
          <p:cNvSpPr/>
          <p:nvPr/>
        </p:nvSpPr>
        <p:spPr>
          <a:xfrm>
            <a:off x="7222633" y="5557838"/>
            <a:ext cx="133510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ounded Rectangle 89"/>
          <p:cNvSpPr/>
          <p:nvPr/>
        </p:nvSpPr>
        <p:spPr>
          <a:xfrm>
            <a:off x="8705216" y="5571831"/>
            <a:ext cx="1335109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5713995" y="5161351"/>
            <a:ext cx="3274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</a:t>
            </a:r>
            <a:r>
              <a:rPr lang="en-US" smtClean="0"/>
              <a:t>cluster plots: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5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4399</TotalTime>
  <Words>33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Coussens, Hugo</dc:creator>
  <cp:lastModifiedBy>Coussens, Hugo</cp:lastModifiedBy>
  <cp:revision>6</cp:revision>
  <dcterms:created xsi:type="dcterms:W3CDTF">2019-06-06T12:08:07Z</dcterms:created>
  <dcterms:modified xsi:type="dcterms:W3CDTF">2019-06-13T18:45:50Z</dcterms:modified>
</cp:coreProperties>
</file>